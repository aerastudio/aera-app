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10363200" cy="0"/>
          </a:xfrm>
        </p:spPr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0"/>
            <a:ext cx="8534400" cy="0"/>
          </a:xfrm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AERA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